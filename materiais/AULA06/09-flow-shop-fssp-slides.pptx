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914400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67774" y="1389888"/>
            <a:ext cx="784555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1865376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2340864"/>
            <a:ext cx="927202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4390" y="2816352"/>
            <a:ext cx="1212494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25128" y="3291840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6766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· ESCALONAMENTO EM MÁQUINAS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24028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Shop Scheduling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676656" y="34290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especial do job shop — uma única permutação, makespan, e um MILO sem big-M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3232" y="5806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Elkamel &amp; Gharbi (akilelkamel/fssp-dataset) · minimização do makespan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ordem de máquinas para todos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jobs · m máquinas em série.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job percorre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 → M₂ → … → Mₘ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mesma ordem. No </a:t>
            </a:r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flow shop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sequência de jobs é idêntica em todas as máquinas — basta decidir uma permutação.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29184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5387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410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em série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job entra em M₁, depois M₂, … até Mₘ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429768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5445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4416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permutação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jobs é a mesma em todas as máquinas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589520" y="17830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90956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90956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Cₘₐₓ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7909560" y="3520440"/>
            <a:ext cx="3291840" cy="0"/>
          </a:xfrm>
          <a:prstGeom prst="line">
            <a:avLst/>
          </a:prstGeom>
          <a:noFill/>
          <a:ln w="12700">
            <a:solidFill>
              <a:srgbClr val="1E4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09560" y="3657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do job shop: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 a ordem de máquinas é livre por job; aqui é a mesma para todos.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dataset FSSP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0A2230"/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problem_3m_10j.csv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 M1, M2, M3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J1, 17, 15, 14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J2, 18, 16,  6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J3,  8, 14, 12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J4,  1, 15, 10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810512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6537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nomenclatura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21040" y="18653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problem_{m}m_{n}j.csv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56032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6151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(m)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0" y="261518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5 · 8 ·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310128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3649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(n)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336499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20 · 30 · 50 · 100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4059936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1148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inteiros entre 1 e 20 · 20 instâncias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749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3000" y="50932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nas linhas, máquinas nas colunas: a célula (Jⱼ, Mᵢ) é o tempo de processamento pⱼ,ᵢ.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(INSTÂNCIA 3×10)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em escada</a:t>
            </a:r>
            <a:endParaRPr lang="en-US" sz="3100" dirty="0"/>
          </a:p>
        </p:txBody>
      </p:sp>
      <p:pic>
        <p:nvPicPr>
          <p:cNvPr id="4" name="Image 0" descr="figs_fssp/ft_3m10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8503920" cy="2892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92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sequência de jobs aparece, deslocada, em cada máquina — a propriedade de permutação.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418320" y="224028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5146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8320" y="2971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94183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ótimo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41832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MILO, ~0,02 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MILO posicional — sem big-M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 flow shop dispensa o big-M: decidimos só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xⱼ,ₖ = 1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(job j na posição k) e encadeamos os tempos de conclusão Cₖ,ᵢ por recursão.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Atribuição (permutação)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Σₖ xⱼ,ₖ = 1     (cada job em 1 posição)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Σⱼ xⱼ,ₖ = 1     (cada posição com 1 job)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251460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Recursões de conclusão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Cₖ,ᵢ ≥ Cₖ₋₁,ᵢ + p̄ₖ,ᵢ     (máquina livre)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0936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Cₖ,ᵢ ≥ Cₖ,ᵢ₋₁ + p̄ₖ,ᵢ     (job avança)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58368" y="43434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0E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Cₙ,ₘ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080760" y="43434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12280" y="449884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com o job shop: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 a disjunção exige big-M; aqui a permutação já garante a ordem — modelo mais forte e estável.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NEH e a regra de Johnson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NEH  (Nawaz–Enscore–Ham)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os jobs por tempo total decrescente;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 a um na posição que minimiza o makespan parcial.
</a:t>
            </a:r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 e muito eficaz — frequentemente perto (ou igual) ao ótimo. É a referência prática do flow shop.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1228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Johnson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46520" y="269748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10384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715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 para m = 2 · O(n log n)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46520" y="33832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com pⱼ,₁ ≤ pⱼ,₂ vão para a frente (ordem crescente de pⱼ,₁); os demais para o fim (ordem decrescente de pⱼ,₂).
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exato e polinomial para duas máquinas — para m ≥ 3, o problema vira NP-difícil.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COMPUTACIONAL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NEH × exato ao crescer n e m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005840"/>
                <a:gridCol w="1691640"/>
                <a:gridCol w="914400"/>
                <a:gridCol w="10972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× 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MILO (HiGHS)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3m_10j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ótimo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5m_10j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ótimo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5m_20j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ótimo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10m_20j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× 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828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1031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0" y="2121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NP-difícil (m ≥ 3)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595360" y="2743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10×20, o MILO no limite de tempo (296) fica atrás do NEH (292).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8368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formulação posicional tem n² binárias; o NEH (O(n²·m) por avaliação) é barato e robusto — por isso domina a prática em instâncias grandes.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COMPLETA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única → job shop → flow shop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única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29626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máquina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disjunção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4242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big-M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4992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2688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/ regras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61688" y="182880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C5D78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36008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5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shop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36008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36008" y="29626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máq., ordem livre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6008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36008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disjunção/máq + precedência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6008" y="4242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EXATO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big-M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36008" y="4992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6008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bottleneck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182880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9328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shop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39328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39328" y="29626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máq., MESMA ordem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9328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39328" y="3712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permutação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9328" y="4242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EXATO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39328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posicional (sem big-M)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9328" y="49926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39328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 · Johnson (m=2)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paga dividendos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ordem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uma permutação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 sequência basta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big-M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600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posicional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600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mais forte que o do job shop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NEH domina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3932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exato p/ m=2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3932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vence em instâncias grandes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553212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akilelkamel/fssp-dataset · 20 instâncias · minimização do makespan   |   formulação posicional em JuMP + HiGHS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Shop Scheduling — FSSP</dc:title>
  <dc:subject>PptxGenJS Presentation</dc:subject>
  <dc:creator>Material de aula</dc:creator>
  <cp:lastModifiedBy>Material de aula</cp:lastModifiedBy>
  <cp:revision>1</cp:revision>
  <dcterms:created xsi:type="dcterms:W3CDTF">2026-06-20T02:24:04Z</dcterms:created>
  <dcterms:modified xsi:type="dcterms:W3CDTF">2026-06-20T02:24:04Z</dcterms:modified>
</cp:coreProperties>
</file>